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dc3626c8994228" /><Relationship Type="http://schemas.openxmlformats.org/officeDocument/2006/relationships/extended-properties" Target="/docProps/app.xml" Id="Rc6784505e8c543c0" /><Relationship Type="http://schemas.openxmlformats.org/officeDocument/2006/relationships/officeDocument" Target="/ppt/presentation.xml" Id="R0a82c73b88c844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0e51d414cb41da"/>
  </p:sldMasterIdLst>
  <p:notesMasterIdLst>
    <p:notesMasterId xmlns:r="http://schemas.openxmlformats.org/officeDocument/2006/relationships" r:id="R0fee979a38b84afb"/>
  </p:notesMasterIdLst>
  <p:sldIdLst>
    <p:sldId xmlns:r="http://schemas.openxmlformats.org/officeDocument/2006/relationships" id="256" r:id="R6d1a4248698d49b1"/>
    <p:sldId xmlns:r="http://schemas.openxmlformats.org/officeDocument/2006/relationships" id="257" r:id="Rcbcc678062414488"/>
    <p:sldId xmlns:r="http://schemas.openxmlformats.org/officeDocument/2006/relationships" id="258" r:id="R3f9a1fcef4224919"/>
    <p:sldId xmlns:r="http://schemas.openxmlformats.org/officeDocument/2006/relationships" id="259" r:id="R5301b6f1a2d647d7"/>
    <p:sldId xmlns:r="http://schemas.openxmlformats.org/officeDocument/2006/relationships" id="260" r:id="R8cda2bf89d3648c8"/>
    <p:sldId xmlns:r="http://schemas.openxmlformats.org/officeDocument/2006/relationships" id="261" r:id="R8fb3c5a1fdb04d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fdb2cbe87049f6" /><Relationship Type="http://schemas.openxmlformats.org/officeDocument/2006/relationships/slideMaster" Target="/ppt/slideMasters/slideMaster1.xml" Id="R3b0e51d414cb41da" /><Relationship Type="http://schemas.openxmlformats.org/officeDocument/2006/relationships/notesMaster" Target="/ppt/notesMasters/notesMaster1.xml" Id="R0fee979a38b84afb" /><Relationship Type="http://schemas.openxmlformats.org/officeDocument/2006/relationships/presProps" Target="/ppt/presProps.xml" Id="R024059c8aea942fc" /><Relationship Type="http://schemas.openxmlformats.org/officeDocument/2006/relationships/tableStyles" Target="/ppt/tableStyles.xml" Id="Rd017b1c4251949c8" /><Relationship Type="http://schemas.openxmlformats.org/officeDocument/2006/relationships/slide" Target="/ppt/slides/slide1.xml" Id="R6d1a4248698d49b1" /><Relationship Type="http://schemas.openxmlformats.org/officeDocument/2006/relationships/slide" Target="/ppt/slides/slide2.xml" Id="Rcbcc678062414488" /><Relationship Type="http://schemas.openxmlformats.org/officeDocument/2006/relationships/slide" Target="/ppt/slides/slide3.xml" Id="R3f9a1fcef4224919" /><Relationship Type="http://schemas.openxmlformats.org/officeDocument/2006/relationships/slide" Target="/ppt/slides/slide4.xml" Id="R5301b6f1a2d647d7" /><Relationship Type="http://schemas.openxmlformats.org/officeDocument/2006/relationships/slide" Target="/ppt/slides/slide5.xml" Id="R8cda2bf89d3648c8" /><Relationship Type="http://schemas.openxmlformats.org/officeDocument/2006/relationships/slide" Target="/ppt/slides/slide6.xml" Id="R8fb3c5a1fdb04d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dea8ff8418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2d93d9f47c4502" /><Relationship Type="http://schemas.openxmlformats.org/officeDocument/2006/relationships/notesMaster" Target="/ppt/notesMasters/notesMaster1.xml" Id="R3f05d6ae183244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65afcf6fa447c2" /><Relationship Type="http://schemas.openxmlformats.org/officeDocument/2006/relationships/notesMaster" Target="/ppt/notesMasters/notesMaster1.xml" Id="Rd4da673939d846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788c8eb1fa42ba" /><Relationship Type="http://schemas.openxmlformats.org/officeDocument/2006/relationships/notesMaster" Target="/ppt/notesMasters/notesMaster1.xml" Id="Rab504ca24afe4a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cdcc306ec4436a" /><Relationship Type="http://schemas.openxmlformats.org/officeDocument/2006/relationships/notesMaster" Target="/ppt/notesMasters/notesMaster1.xml" Id="Raa9b10268256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e4656aed8c4cbf" /><Relationship Type="http://schemas.openxmlformats.org/officeDocument/2006/relationships/notesMaster" Target="/ppt/notesMasters/notesMaster1.xml" Id="R278f439816f24f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d4c71caf24422" /><Relationship Type="http://schemas.openxmlformats.org/officeDocument/2006/relationships/notesMaster" Target="/ppt/notesMasters/notesMaster1.xml" Id="Re87c496b766f43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人確認のたびに、私たちは『自分が誰か』を渡しすぎています。HumanProofは、その要求を必要最小限の証明へ変えるプロダクトです。本人確認AIを作るのではありません。信頼された発行元の証明を、必要な場面で、必要な分だけ使えるようにし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HumanProof_MASTER.md §1–2</a:t>
            </a:r>
          </a:p>
          <a:p xmlns:a="http://schemas.openxmlformats.org/drawingml/2006/main">
            <a:r>
              <a:t>- DECISIONS.md D-001–D-003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えば18歳以上限定のコミュニティを考えます。今は氏名、正確な生年月日、住所、ID写真まで求めることがあります。でも、記述された目的だけを見ると、確認したいのは『実在する人間』と『18歳以上』の二つです。HumanProofなら、4つの本人情報を渡す代わりに、2つのProofだけを提示し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HumanProof_MASTER.md §2–4</a:t>
            </a:r>
          </a:p>
          <a:p xmlns:a="http://schemas.openxmlformats.org/drawingml/2006/main">
            <a:r>
              <a:t>- UseCases.md — MVP representative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サービス事業者は、目的と現在の取得項目を自然な文章で入力します。AIは、目的を抽出し、現在の要求と比較し、固定されたClaim Catalogから最小Proofを推薦します。そして『不要』とは断定せず、『記述された目的に対して必要性を確認できない候補』として表示します。最後に、ユーザー自身が共有するかを決めます。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HumanProof_MASTER.md §4</a:t>
            </a:r>
          </a:p>
          <a:p xmlns:a="http://schemas.openxmlformats.org/drawingml/2006/main">
            <a:r>
              <a:t>- DECISIONS.md D-003–D-006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単純な『18歳確認ならover_18』だけなら、ルールベースで十分です。AIを使うのは、実際の要件が非定型で、複数目的や暗黙の前提、曖昧さを含むからです。出力は構造化し、サーバー側のallowlistで制約します。OrcaRouter経由で実際のモデル、レイテンシ、コスト参照を監査し、本人情報の実値はLLMへ送りませ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HumanProof_MASTER.md §5, §8</a:t>
            </a:r>
          </a:p>
          <a:p xmlns:a="http://schemas.openxmlformats.org/drawingml/2006/main">
            <a:r>
              <a:t>- Judging_Criteria.md — AI necessity / cost / security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HumanProof自身が『この人は18歳以上です』と言うだけでは信用になりません。信用の根は、公的IDやeKYCなど将来のTrusted Issuerです。MVPではDemo Issuerだと明示します。Proofは署名付きで、サービスごとのaudience、期限、失効を持ちます。企業価値は漏洩影響、コスト、離脱、不正、監査負担の低減ですが、これはまだ仮説で、支払意思も未検証です。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HumanProof_MASTER.md §3, §6, §8</a:t>
            </a:r>
          </a:p>
          <a:p xmlns:a="http://schemas.openxmlformats.org/drawingml/2006/main">
            <a:r>
              <a:t>- DECISIONS.md D-002, D-007–D-011, D-023–D-024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今回作るのは、人間のVerified HumanとOver 18という最小の断面です。次に組織、資格、クリエイターへ広げます。そして将来は、AI Agentが誰から許可され、何を、どこまで、いつまで実行できるかをProofとして示す。同じ『必要以上にIdentityや権限を開示しない』原理で、人間とAIが共存するインターネットのTrust Layerを目指します。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HumanProof_MASTER.md §10</a:t>
            </a:r>
          </a:p>
          <a:p xmlns:a="http://schemas.openxmlformats.org/drawingml/2006/main">
            <a:r>
              <a:t>- Future_Vision.md</a:t>
            </a:r>
          </a:p>
          <a:p xmlns:a="http://schemas.openxmlformats.org/drawingml/2006/main">
            <a:r>
              <a:t>- AI_Agent_Trust.md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539be96a640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4da6c4090c42dd" /><Relationship Type="http://schemas.openxmlformats.org/officeDocument/2006/relationships/slideLayout" Target="/ppt/slideLayouts/slideLayout1.xml" Id="Reafcafa823f64a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cafa823f64a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9cd755ac946c9" /><Relationship Type="http://schemas.openxmlformats.org/officeDocument/2006/relationships/notesSlide" Target="/ppt/notesSlides/notesSlide1.xml" Id="R88b00f9d33da47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cb44377ca4808" /><Relationship Type="http://schemas.openxmlformats.org/officeDocument/2006/relationships/notesSlide" Target="/ppt/notesSlides/notesSlide2.xml" Id="R7df41692455243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975fa9eeb4f8c" /><Relationship Type="http://schemas.openxmlformats.org/officeDocument/2006/relationships/notesSlide" Target="/ppt/notesSlides/notesSlide3.xml" Id="Ra6f245b2161543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9c6730f1e4480" /><Relationship Type="http://schemas.openxmlformats.org/officeDocument/2006/relationships/notesSlide" Target="/ppt/notesSlides/notesSlide4.xml" Id="Rc755e3f254d642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7b150404d4925" /><Relationship Type="http://schemas.openxmlformats.org/officeDocument/2006/relationships/notesSlide" Target="/ppt/notesSlides/notesSlide5.xml" Id="Rb43595588fb24f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5f068b85f4f4e" /><Relationship Type="http://schemas.openxmlformats.org/officeDocument/2006/relationships/notesSlide" Target="/ppt/notesSlides/notesSlide6.xml" Id="R1690b7d7184f45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313053C8-AF5F-4EB5-80B1-276EA6FA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本人情報の要求を、
必要最小限の「証明」へ。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D58857D-BBB5-4D04-8AC7-BDDE31E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Turn identity requests into minimum proof.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5748EDB-26FE-4C98-AE1B-6BEB3560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HUMANPROOF · AI HACK 2026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7096A2-F3C1-4119-8544-AB44FF7A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7602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F59EB50-E248-42F1-8D09-EB9BCA4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6FF3EE4-AEB6-40BA-8783-713E019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「18歳以上」の確認に、免許証の全部が必要ですか？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5CDB9BA-8184-4039-89BA-1709648F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BFE8D08-D8B2-4FCF-891D-09F2391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現在の要求
4 data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F5C8E19-457C-42B3-9FE7-031E50B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Full name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Exact date of birth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Address + ID photo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C0C5239-BF31-45D8-9F22-C0F8BEC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6A38F73-9840-4F19-A8AE-52E962C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本当に必要な確認
2 proofs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FC1046B-302B-4163-8A02-4B1453C2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✓ Verified Human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✓ Over 18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氏名・住所・顔画像は非共有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8233A10-89C1-44D1-BAA0-84317BC0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18+コミュニティの例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サービスが知りたいのは、成人で、実在する人間かどうか。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しかし現在は、目的以上の本人情報を受け取ることがあります。</a:t>
            </a:r>
          </a:p>
        </p:txBody>
      </p:sp>
      <p:sp>
        <p:nvSpPr>
          <p:cNvPr id="10" name="accent-2">
            <a:extLst xmlns:a="http://schemas.openxmlformats.org/drawingml/2006/main">
              <a:ext uri="{FF2B5EF4-FFF2-40B4-BE49-F238E27FC236}">
                <a16:creationId xmlns:a16="http://schemas.microsoft.com/office/drawing/2014/main" id="{EC1110FF-0F03-4653-92D6-DE66458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287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0242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0D88CC-8419-49C9-BCFF-2BBD6B5D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AF8320-E540-4991-B860-5162617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HumanProofは、目的と要求情報のズレをAIで見つける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98B343E-0AA5-4624-845C-82408335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6F259F8-686F-4BBA-9281-FDFEDF2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DC77789-C8CB-4BB6-A659-C8DB2E0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 · MINIMUM PROOF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Verified Human
+ Over 18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CFB985D-7582-44AB-8226-748ED304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 · USER CONTROL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共有内容を確認し、
ユーザーが同意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7AFC6E1-6D3C-4A2F-B572-674E59D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94F1718-88C1-41C5-8B82-53E1CF9A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15ED521D-53E9-4AE7-BF91-21323ADB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A8FC831-02C2-4D8B-8728-D944CB66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· PURPOSE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Adult eligibility
+ Human verification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34D9FA77-6A83-41E5-B4B6-5FDB200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8D19F3E-9EFA-4B24-81B7-530B5D5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SERVICE INPUT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“We operate an 18+ community.”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現在は氏名・生年月日・住所・ID写真を要求。</a:t>
            </a:r>
          </a:p>
        </p:txBody>
      </p:sp>
    </p:spTree>
    <p:extLst>
      <p:ext uri="{BB962C8B-B14F-4D97-AF65-F5344CB8AC3E}">
        <p14:creationId xmlns:p14="http://schemas.microsoft.com/office/powerpoint/2010/main" val="66596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30CEB6A-3A13-4748-A8B9-21C4F2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3D30F49-A4C4-4788-9A0F-A38D65FB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AIを使うのは、定型ルールでは解けない部分だけ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7D43D154-63E9-44BF-B21C-7E5F9B27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UNDERSTAND
非定型の要件から
複数の目的を読む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8F9A089-41B4-4B19-9624-34AE86B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MINIMIZE
要求とのズレ、
曖昧さ、前提を示す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2B7868E0-346E-4842-ABE0-59EC0EF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OPERATE
OrcaRouterで
モデル・コストを監査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D775D24-4CAD-4769-B6A8-156EC6F3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A478CE7B-8C15-4BFA-B92A-6C768C1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D318BD64-7449-4492-A459-41DE72EC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accent-4">
            <a:extLst xmlns:a="http://schemas.openxmlformats.org/drawingml/2006/main">
              <a:ext uri="{FF2B5EF4-FFF2-40B4-BE49-F238E27FC236}">
                <a16:creationId xmlns:a16="http://schemas.microsoft.com/office/drawing/2014/main" id="{928FDC3F-E794-44F6-8F41-3BE37299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85490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D78C049-1ED8-4908-8071-190498B7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75DA58E-0880-45BB-B3B0-85BB16A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信用はHumanProofではなく、Trusted Issuerから始まる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636AE64-4CB4-4E8D-B78C-6BF84005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HumanProofは
本人確認AIではありません。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D635C8B-2E38-4F6C-AD2F-7E187CA5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Trusted Issuer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31A5653C-7AB3-465F-BB29-C7324A04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DD80F47D-DD19-4CB3-837D-090A7DE6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信頼された発行元の証明を、ユーザー同意後に必要最小限だけ提示します。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企業価値は、漏洩影響・本人確認コスト・離脱・不正・監査負担を減らす仮説。ニーズと支払意思は未検証です。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D3E5BF1-9120-4B0E-A523-C8799FE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Signed Proof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B9609CC-098C-45E0-AF0C-D0E49200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7831342F-4CEF-452F-82E0-CAA48487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 Consent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E3B6F6D-E00A-4648-94E0-D93C5EC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26C905E7-569F-407C-BB74-B784754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Expiry + Revocation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C572EEB1-88ED-486D-B4D5-B4060A53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F2AE31AF-0314-4E92-8379-D56E4319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Zero PII to LLM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8538FEB-2A91-41DD-99BC-99EAEB24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accent-5">
            <a:extLst xmlns:a="http://schemas.openxmlformats.org/drawingml/2006/main">
              <a:ext uri="{FF2B5EF4-FFF2-40B4-BE49-F238E27FC236}">
                <a16:creationId xmlns:a16="http://schemas.microsoft.com/office/drawing/2014/main" id="{89907BFA-E24D-4089-B4C2-8FCDF5A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siness-validation-flag">
            <a:extLst xmlns:a="http://schemas.openxmlformats.org/drawingml/2006/main">
              <a:ext uri="{FF2B5EF4-FFF2-40B4-BE49-F238E27FC236}">
                <a16:creationId xmlns:a16="http://schemas.microsoft.com/office/drawing/2014/main" id="{BB6D71C5-88D6-4C04-A629-7DC3C06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101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企業ニーズ・支払意思：未検証</a:t>
            </a:r>
          </a:p>
        </p:txBody>
      </p:sp>
    </p:spTree>
    <p:extLst>
      <p:ext uri="{BB962C8B-B14F-4D97-AF65-F5344CB8AC3E}">
        <p14:creationId xmlns:p14="http://schemas.microsoft.com/office/powerpoint/2010/main" val="4400200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D59A711-76CE-43EA-BB22-F8B9327F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0DFAC38-40D9-4A65-A556-40E32B7F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Humanから始め、AI Agentの権限証明へ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762EF5C-76BC-4758-9F78-BC14B7A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A905B26-EC33-4C7E-BE77-5EE794FC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8784D6E-5ABF-4678-A30E-3CE02A4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E73C5BE-2DF1-4C42-A58A-B85488B0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BBEA19F-70A5-4100-9FE3-FCD23265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EC60A6-5975-4AD8-B9D8-3EE1737F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FUTURE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38C1A91-F9D8-4C6D-AB00-39A7DB06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Organizations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Creator / Worker
Issuer trust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38F080B-CEFD-4240-A69F-E4B0092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Verified Human
Over 18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6DE6077-2F80-4590-A7EF-0050B2B3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Agents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06A"/>
                </a:solidFill>
                <a:latin typeface="Helvetica Neue"/>
                <a:ea typeface="Helvetica Neue"/>
                <a:cs typeface="Helvetica Neue"/>
              </a:rPr>
              <a:t>Who authorized it?
What may it do?</a:t>
            </a:r>
          </a:p>
        </p:txBody>
      </p:sp>
      <p:sp>
        <p:nvSpPr>
          <p:cNvPr id="13" name="future-closing-line">
            <a:extLst xmlns:a="http://schemas.openxmlformats.org/drawingml/2006/main">
              <a:ext uri="{FF2B5EF4-FFF2-40B4-BE49-F238E27FC236}">
                <a16:creationId xmlns:a16="http://schemas.microsoft.com/office/drawing/2014/main" id="{E9C3A400-A155-4EAF-B862-A47E52B6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The Trust Layer for the Human + AI Internet.</a:t>
            </a:r>
          </a:p>
        </p:txBody>
      </p:sp>
    </p:spTree>
    <p:extLst>
      <p:ext uri="{BB962C8B-B14F-4D97-AF65-F5344CB8AC3E}">
        <p14:creationId xmlns:p14="http://schemas.microsoft.com/office/powerpoint/2010/main" val="1272529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2026-08-11T02:31:14.0550000Z</dcterms:created>
  <dcterms:modified xsi:type="dcterms:W3CDTF">2026-08-11T02:31:14.0560000Z</dcterms:modified>
</coreProperties>
</file>