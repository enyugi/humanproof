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9cf38491aa488f" /><Relationship Type="http://schemas.openxmlformats.org/officeDocument/2006/relationships/extended-properties" Target="/docProps/app.xml" Id="R3cb3f4cc77fe4258" /><Relationship Type="http://schemas.openxmlformats.org/officeDocument/2006/relationships/officeDocument" Target="/ppt/presentation.xml" Id="Rb6819accde884a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a39b108f064d3e"/>
  </p:sldMasterIdLst>
  <p:notesMasterIdLst>
    <p:notesMasterId xmlns:r="http://schemas.openxmlformats.org/officeDocument/2006/relationships" r:id="R6dc23bc80f884d4c"/>
  </p:notesMasterIdLst>
  <p:sldIdLst>
    <p:sldId xmlns:r="http://schemas.openxmlformats.org/officeDocument/2006/relationships" id="256" r:id="R6a33a913930f45d3"/>
    <p:sldId xmlns:r="http://schemas.openxmlformats.org/officeDocument/2006/relationships" id="257" r:id="Re7a83883d8a04ac3"/>
    <p:sldId xmlns:r="http://schemas.openxmlformats.org/officeDocument/2006/relationships" id="258" r:id="R209882079ce44bf3"/>
    <p:sldId xmlns:r="http://schemas.openxmlformats.org/officeDocument/2006/relationships" id="259" r:id="Rb8129c1b43fb4087"/>
    <p:sldId xmlns:r="http://schemas.openxmlformats.org/officeDocument/2006/relationships" id="260" r:id="R52a973e2f64c4605"/>
    <p:sldId xmlns:r="http://schemas.openxmlformats.org/officeDocument/2006/relationships" id="261" r:id="R289f721ce1cf47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b89ed7ff6b4450" /><Relationship Type="http://schemas.openxmlformats.org/officeDocument/2006/relationships/slideMaster" Target="/ppt/slideMasters/slideMaster1.xml" Id="R6da39b108f064d3e" /><Relationship Type="http://schemas.openxmlformats.org/officeDocument/2006/relationships/notesMaster" Target="/ppt/notesMasters/notesMaster1.xml" Id="R6dc23bc80f884d4c" /><Relationship Type="http://schemas.openxmlformats.org/officeDocument/2006/relationships/presProps" Target="/ppt/presProps.xml" Id="R4c8a09a48b924f76" /><Relationship Type="http://schemas.openxmlformats.org/officeDocument/2006/relationships/tableStyles" Target="/ppt/tableStyles.xml" Id="Rfe989ed8fea74c20" /><Relationship Type="http://schemas.openxmlformats.org/officeDocument/2006/relationships/slide" Target="/ppt/slides/slide1.xml" Id="R6a33a913930f45d3" /><Relationship Type="http://schemas.openxmlformats.org/officeDocument/2006/relationships/slide" Target="/ppt/slides/slide2.xml" Id="Re7a83883d8a04ac3" /><Relationship Type="http://schemas.openxmlformats.org/officeDocument/2006/relationships/slide" Target="/ppt/slides/slide3.xml" Id="R209882079ce44bf3" /><Relationship Type="http://schemas.openxmlformats.org/officeDocument/2006/relationships/slide" Target="/ppt/slides/slide4.xml" Id="Rb8129c1b43fb4087" /><Relationship Type="http://schemas.openxmlformats.org/officeDocument/2006/relationships/slide" Target="/ppt/slides/slide5.xml" Id="R52a973e2f64c4605" /><Relationship Type="http://schemas.openxmlformats.org/officeDocument/2006/relationships/slide" Target="/ppt/slides/slide6.xml" Id="R289f721ce1cf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c1e7608afc47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7e467496134e4f" /><Relationship Type="http://schemas.openxmlformats.org/officeDocument/2006/relationships/notesMaster" Target="/ppt/notesMasters/notesMaster1.xml" Id="R0fc1b92a751f49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6fa22a93af40ce" /><Relationship Type="http://schemas.openxmlformats.org/officeDocument/2006/relationships/notesMaster" Target="/ppt/notesMasters/notesMaster1.xml" Id="Rc7285cd8e0fa4f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24c9c15362417e" /><Relationship Type="http://schemas.openxmlformats.org/officeDocument/2006/relationships/notesMaster" Target="/ppt/notesMasters/notesMaster1.xml" Id="Rb02ee5b9aba54e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fa6b8ed192449b" /><Relationship Type="http://schemas.openxmlformats.org/officeDocument/2006/relationships/notesMaster" Target="/ppt/notesMasters/notesMaster1.xml" Id="R1ef7f2ba377d4b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2514117f9e4461" /><Relationship Type="http://schemas.openxmlformats.org/officeDocument/2006/relationships/notesMaster" Target="/ppt/notesMasters/notesMaster1.xml" Id="Re61cfbf706c949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b061799f574259" /><Relationship Type="http://schemas.openxmlformats.org/officeDocument/2006/relationships/notesMaster" Target="/ppt/notesMasters/notesMaster1.xml" Id="R8ab5bd376b6044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歳以上だと確認したい。それだけなのに、なぜ氏名、正確な生年月日、住所、身分証画像まで渡すのでしょうか。HumanProofは本人確認AIではありません。本人情報の要求を、そのサービスに必要な最小限の証明へ変えるTrust Layerです。長期構想IAMmeの最初の動くPoCとして提示します。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HumanProof repository canon and verified local implementation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架空の映画サービスNIGHT SCREENを例にします。従来なら4つの本人情報を求める場面で、HumanProofはover_18とhuman_verifiedの2つのProofだけを共有します。氏名、正確な生年月日、住所、身分証画像はNIGHT SCREENへ渡しません。Proofも個人に関する属性であり、完全匿名や個人情報ゼロを主張するものではありません。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/demo verified implementation</a:t>
            </a:r>
          </a:p>
          <a:p xmlns:a="http://schemas.openxmlformats.org/drawingml/2006/main">
            <a:r>
              <a:t>- submission/00_SUBMISSION_INDEX.md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デモは設定画面ではなく、利用者の登録体験から始まります。HumanProofを選び、共有する2つのProofを確認し、明示的に同意します。Demo Trusted Issuerが短命の署名付きProofを発行し、NIGHT SCREENが署名、発行者、宛先、有効期限、失効状態を検証します。発行時に本人だけへ返す秘密コードで失効すると、再検証はREVOKEDになります。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/demo verified implementation</a:t>
            </a:r>
          </a:p>
          <a:p xmlns:a="http://schemas.openxmlformats.org/drawingml/2006/main">
            <a:r>
              <a:t>- submission/02_DEMO_VIDEO_SCRIPT_FINAL.md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18歳確認ひとつならルールで十分です。AIを使うのは、複数目的や曖昧な規約文を含む導入時のPolicy設計です。/studioでは実際にOrcaRouterを呼び、resolved model、latency、request IDをactual-onlyの監査情報として残します。出力はClaim Catalogのallowlistで制約し、本人情報値を検出した入力はAI送信前にブロックします。/demoは保存済みPolicyを使い、利用者ごとにLLMを呼びません。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/studio and /demo verified implementation</a:t>
            </a:r>
          </a:p>
          <a:p xmlns:a="http://schemas.openxmlformats.org/drawingml/2006/main">
            <a:r>
              <a:t>- submission/03_PITCH_SCRIPT_FINAL.md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HumanProof自身が属性を断定するのではなく、信用の根はTrusted Issuerです。PoCではIssuerの元確認だけが模擬で、Proofの署名、audienceごとのpairwise subject、サーバ固定の有効期限、秘密コードによる失効、fail-closed検証は動作します。実eKYC、複数Issuer、同意の永続管理は未実装です。企業需要と支払意思は、次に検証すべき仮説です。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verified local implementation</a:t>
            </a:r>
          </a:p>
          <a:p xmlns:a="http://schemas.openxmlformats.org/drawingml/2006/main">
            <a:r>
              <a:t>- docs/release-readiness.md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NOWはHumanProof。NEXTは実eKYCと複数Trusted Issuer。FUTUREは、人とAI Agentが混在するネットのTrust Layerです。誰が許可し、どの権限を、誰のために、いつまで持つのかを必要最小限だけ証明します。NEXTとFUTUREは構想・未実装です。本人情報の要求を、必要最小限の証明に。IAMme / HumanProofです。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HumanProof future vision canon</a:t>
            </a:r>
          </a:p>
          <a:p xmlns:a="http://schemas.openxmlformats.org/drawingml/2006/main">
            <a:r>
              <a:t>- submission/03_PITCH_SCRIPT_FINAL.md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e2b85bd86248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26016056eb47e6" /><Relationship Type="http://schemas.openxmlformats.org/officeDocument/2006/relationships/slideLayout" Target="/ppt/slideLayouts/slideLayout1.xml" Id="R4a79f6080d4648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79f6080d4648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058065e664b49" /><Relationship Type="http://schemas.openxmlformats.org/officeDocument/2006/relationships/notesSlide" Target="/ppt/notesSlides/notesSlide1.xml" Id="R9bbf88ec6a9943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30a89f8a14a4c" /><Relationship Type="http://schemas.openxmlformats.org/officeDocument/2006/relationships/notesSlide" Target="/ppt/notesSlides/notesSlide2.xml" Id="R20a3473e1ad64d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a1e03f6f542ee" /><Relationship Type="http://schemas.openxmlformats.org/officeDocument/2006/relationships/notesSlide" Target="/ppt/notesSlides/notesSlide3.xml" Id="R4a94dc3edf1343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5ba7abfbb4004" /><Relationship Type="http://schemas.openxmlformats.org/officeDocument/2006/relationships/notesSlide" Target="/ppt/notesSlides/notesSlide4.xml" Id="Rbc8b53e607c64b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369d5ec3846ed" /><Relationship Type="http://schemas.openxmlformats.org/officeDocument/2006/relationships/notesSlide" Target="/ppt/notesSlides/notesSlide5.xml" Id="R002c6de3563746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5693695e547db" /><Relationship Type="http://schemas.openxmlformats.org/officeDocument/2006/relationships/notesSlide" Target="/ppt/notesSlides/notesSlide6.xml" Id="Rc5e4fdd172674d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313053C8-AF5F-4EB5-80B1-276EA6FA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60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身分証を渡さず、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60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必要なことだけ証明する。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D58857D-BBB5-4D04-8AC7-BDDE31E6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本人情報の要求を、必要最小限のProofへ。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5748EDB-26FE-4C98-AE1B-6BEB3560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B6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6B4B"/>
                </a:solidFill>
                <a:latin typeface="Helvetica Neue"/>
                <a:ea typeface="Helvetica Neue"/>
                <a:cs typeface="Helvetica Neue"/>
              </a:rPr>
              <a:t>IAMme / HUMANPROOF · AI HACK 2026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A7096A2-F3C1-4119-8544-AB44FF7A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E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76021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F59EB50-E248-42F1-8D09-EB9BCA46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6FF3EE4-AEB6-40BA-8783-713E019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「18歳以上」の確認に、身分証の全部が必要ですか？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A5CDB9BA-8184-4039-89BA-1709648F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3F2EE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BFE8D08-D8B2-4FCF-891D-09F23912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従来の確認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4 data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BF5C8E19-457C-42B3-9FE7-031E50B2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氏名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正確な生年月日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住所・身分証画像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EC0C5239-BF31-45D8-9F22-C0F8BEC7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4F2EC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6A38F73-9840-4F19-A8AE-52E962C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B6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6B4B"/>
                </a:solidFill>
                <a:latin typeface="Helvetica Neue"/>
                <a:ea typeface="Helvetica Neue"/>
                <a:cs typeface="Helvetica Neue"/>
              </a:rPr>
              <a:t>HumanProof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B6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B6B4B"/>
                </a:solidFill>
                <a:latin typeface="Helvetica Neue"/>
                <a:ea typeface="Helvetica Neue"/>
                <a:cs typeface="Helvetica Neue"/>
              </a:rPr>
              <a:t>2 proofs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1FC1046B-302B-4163-8A02-4B1453C2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✓ 18歳以上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✓ 実在する人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4項目はサービスへ渡さない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8233A10-89C1-44D1-BAA0-84317BC0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NIGHT SCREENの年齢確認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サービスが知りたいのは、『18歳以上』『実在する人』の2点。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本人情報の原本を、利用サービスへ複製する必要はありません。</a:t>
            </a:r>
          </a:p>
        </p:txBody>
      </p:sp>
      <p:sp>
        <p:nvSpPr>
          <p:cNvPr id="10" name="accent-2">
            <a:extLst xmlns:a="http://schemas.openxmlformats.org/drawingml/2006/main">
              <a:ext uri="{FF2B5EF4-FFF2-40B4-BE49-F238E27FC236}">
                <a16:creationId xmlns:a16="http://schemas.microsoft.com/office/drawing/2014/main" id="{EC1110FF-0F03-4653-92D6-DE66458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287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02426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90D88CC-8419-49C9-BCFF-2BBD6B5D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5AF8320-E540-4991-B860-51626171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PoCは、利用者の登録体験として操作できる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C98B343E-0AA5-4624-845C-82408335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4F2EC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A6F259F8-686F-4BBA-9281-FDFEDF22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DC77789-C8CB-4BB6-A659-C8DB2E08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2 · CONSENT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この2つだけ共有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署名付きProofを発行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CFB985D-7582-44AB-8226-748ED304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3 · VERIFY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NIGHT SCREENへ戻る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VALID → REVOKED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47AFC6E1-6D3C-4A2F-B572-674E59DE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994F1718-88C1-41C5-8B82-53E1CF9A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15ED521D-53E9-4AE7-BF91-21323ADB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3F2EE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A8FC831-02C2-4D8B-8728-D944CB66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1 · SELECT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HumanProofを使う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2つのProofを確認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34D9FA77-6A83-41E5-B4B6-5FDB200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8D19F3E-9EFA-4B24-81B7-530B5D59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GUIDED DEMO / NIGHT SCREEN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『HumanProofを使う』から、同意・発行・検証・失効まで。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利用者はサービス要件や本人情報を入力しません。</a:t>
            </a:r>
          </a:p>
        </p:txBody>
      </p:sp>
    </p:spTree>
    <p:extLst>
      <p:ext uri="{BB962C8B-B14F-4D97-AF65-F5344CB8AC3E}">
        <p14:creationId xmlns:p14="http://schemas.microsoft.com/office/powerpoint/2010/main" val="665965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30CEB6A-3A13-4748-A8B9-21C4F214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3D30F49-A4C4-4788-9A0F-A38D65FB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AIは登録時ではなく、導入時のPolicy設計に使う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7D43D154-63E9-44BF-B21C-7E5F9B27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ANALYZE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非定型のサービス要件を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実OrcaRouterで読む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78F9A089-41B4-4B19-9624-34AE86B8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CONSTRAIN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Claim Catalog内の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Policy案に絞る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2B7868E0-346E-4842-ABE0-59EC0EF5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RUN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保存済みPolicyで登録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利用時はLLMを呼ばない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DD775D24-4CAD-4769-B6A8-156EC6F3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A478CE7B-8C15-4BFA-B92A-6C768C16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D318BD64-7449-4492-A459-41DE72EC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9" name="accent-4">
            <a:extLst xmlns:a="http://schemas.openxmlformats.org/drawingml/2006/main">
              <a:ext uri="{FF2B5EF4-FFF2-40B4-BE49-F238E27FC236}">
                <a16:creationId xmlns:a16="http://schemas.microsoft.com/office/drawing/2014/main" id="{928FDC3F-E794-44F6-8F41-3BE37299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85490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D78C049-1ED8-4908-8071-190498B7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75DA58E-0880-45BB-B3B0-85BB16AD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署名・検証・失効まで、動くTrust Layer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636AE64-4CB4-4E8D-B78C-6BF84005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HumanProofは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本人確認AIではありません。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D635C8B-2E38-4F6C-AD2F-7E187CA5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Demo Trusted Issuer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31A5653C-7AB3-465F-BB29-C7324A04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DD80F47D-DD19-4CB3-837D-090A7DE6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信用の根はTrusted Issuer。このPoCでは属性の元確認のみ模擬。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Ed25519署名、audience、有効期限、失効、fail-closed検証は実装済みです。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8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Proofも個人に関する属性であり、匿名とは主張しません。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D3E5BF1-9120-4B0E-A523-C8799FE1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Ed25519 Signed Proof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9B9609CC-098C-45E0-AF0C-D0E49200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7831342F-4CEF-452F-82E0-CAA48487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Explicit Consent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AE3B6F6D-E00A-4648-94E0-D93C5EC7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26C905E7-569F-407C-BB74-B7847549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Expiry + Revocation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C572EEB1-88ED-486D-B4D5-B4060A53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F2AE31AF-0314-4E92-8379-D56E4319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Fail-closed Verification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28538FEB-2A91-41DD-99BC-99EAEB24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B6B4B"/>
          </a:solidFill>
        </p:spPr>
      </p:sp>
      <p:sp>
        <p:nvSpPr>
          <p:cNvPr id="15" name="accent-5">
            <a:extLst xmlns:a="http://schemas.openxmlformats.org/drawingml/2006/main">
              <a:ext uri="{FF2B5EF4-FFF2-40B4-BE49-F238E27FC236}">
                <a16:creationId xmlns:a16="http://schemas.microsoft.com/office/drawing/2014/main" id="{89907BFA-E24D-4089-B4C2-8FCDF5A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siness-validation-flag">
            <a:extLst xmlns:a="http://schemas.openxmlformats.org/drawingml/2006/main">
              <a:ext uri="{FF2B5EF4-FFF2-40B4-BE49-F238E27FC236}">
                <a16:creationId xmlns:a16="http://schemas.microsoft.com/office/drawing/2014/main" id="{BB6D71C5-88D6-4C04-A629-7DC3C067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101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6B4B"/>
                </a:solidFill>
              </a:defRPr>
            </a:pPr>
            <a:r>
              <a:rPr sz="1800" b="1">
                <a:solidFill>
                  <a:srgbClr val="0B6B4B"/>
                </a:solidFill>
              </a:rPr>
              <a:t>実eKYC / 複数Issuer / 同意の永続管理：未実装</a:t>
            </a:r>
          </a:p>
        </p:txBody>
      </p:sp>
    </p:spTree>
    <p:extLst>
      <p:ext uri="{BB962C8B-B14F-4D97-AF65-F5344CB8AC3E}">
        <p14:creationId xmlns:p14="http://schemas.microsoft.com/office/powerpoint/2010/main" val="4400200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D59A711-76CE-43EA-BB22-F8B9327F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>
                <a:solidFill>
                  <a:srgbClr val="5D6661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0DFAC38-40D9-4A65-A556-40E32B7F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NOWのHumanProofから、人とAIのTrust Layerへ</a:t>
            </a:r>
          </a:p>
        </p:txBody>
      </p:sp>
      <p:cxnSp>
        <p:nvCxnSpPr>
          <p:cNvPr id="22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762EF5C-76BC-4758-9F78-BC14B7A7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B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A905B26-EC33-4C7E-BE77-5EE794FC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B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8784D6E-5ABF-4678-A30E-3CE02A43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B4B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E73C5BE-2DF1-4C42-A58A-B85488B0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B6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6B4B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BBEA19F-70A5-4100-9FE3-FCD23265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B6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6B4B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3EC60A6-5975-4AD8-B9D8-3EE1737F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B6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6B4B"/>
                </a:solidFill>
                <a:latin typeface="Helvetica Neue"/>
                <a:ea typeface="Helvetica Neue"/>
                <a:cs typeface="Helvetica Neue"/>
              </a:rPr>
              <a:t>FUTURE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38C1A91-F9D8-4C6D-AB00-39A7DB06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Trusted Issuers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eKYC / 資格 / 組織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構想・未実装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38F080B-CEFD-4240-A69F-E4B0092D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HumanProof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18+ / Human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PoC・実装済み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6DE6077-2F80-4590-A7EF-0050B2B3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AI Agents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誰が許可 / 何を / いつまで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412"/>
                </a:solidFill>
                <a:latin typeface="Helvetica Neue"/>
                <a:ea typeface="Helvetica Neue"/>
                <a:cs typeface="Helvetica Neue"/>
              </a:rPr>
              <a:t>構想・未実装</a:t>
            </a:r>
          </a:p>
        </p:txBody>
      </p:sp>
      <p:sp>
        <p:nvSpPr>
          <p:cNvPr id="13" name="future-closing-line">
            <a:extLst xmlns:a="http://schemas.openxmlformats.org/drawingml/2006/main">
              <a:ext uri="{FF2B5EF4-FFF2-40B4-BE49-F238E27FC236}">
                <a16:creationId xmlns:a16="http://schemas.microsoft.com/office/drawing/2014/main" id="{E9C3A400-A155-4EAF-B862-A47E52B6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B"/>
                </a:solidFill>
              </a:defRPr>
            </a:pPr>
            <a:r>
              <a:rPr sz="2250" b="1">
                <a:solidFill>
                  <a:srgbClr val="0B6B4B"/>
                </a:solidFill>
              </a:rPr>
              <a:t>必要なのは『誰か』ではなく、『何を許されているか』の証明。</a:t>
            </a:r>
          </a:p>
        </p:txBody>
      </p:sp>
    </p:spTree>
    <p:extLst>
      <p:ext uri="{BB962C8B-B14F-4D97-AF65-F5344CB8AC3E}">
        <p14:creationId xmlns:p14="http://schemas.microsoft.com/office/powerpoint/2010/main" val="1272529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2026-08-13T10:01:56.8840000Z</dcterms:created>
  <dcterms:modified xsi:type="dcterms:W3CDTF">2026-08-13T10:01:56.8840000Z</dcterms:modified>
</coreProperties>
</file>